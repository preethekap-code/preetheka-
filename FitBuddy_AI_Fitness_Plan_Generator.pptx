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FITBUDDY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83741"/>
                </a:solidFill>
              </a:defRPr>
            </a:pPr>
            <a:r>
              <a:t>AI Fitness Plan Generator using Gemini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4241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Team Leader: M. Priyadharshini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Team Members: R. Prasanth, T. Preetheka, A. Raveenthiran, P. Ravinath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83741"/>
                </a:solidFill>
              </a:defRPr>
            </a:pPr>
            <a:r>
              <a:t>What is FitBuddy?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4241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FitBuddy is an AI-powered fitness planning application.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It uses Gemini models to generate personalized workout and fitness plans.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The plan can be adapted to the user's goals, fitness level, available time, and preferences.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It aims to make fitness guidance simple, accessible, and personalized.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83741"/>
                </a:solidFill>
              </a:defRPr>
            </a:pPr>
            <a:r>
              <a:t>Why FitBuddy?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4241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Many beginners do not know how to create a suitable workout routine.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Generic fitness plans may not match individual goals or abilities.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Users often need quick, easy-to-understand guidance.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FitBuddy uses AI to generate a structured plan from user-provided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83741"/>
                </a:solidFill>
              </a:defRPr>
            </a:pPr>
            <a:r>
              <a:t>How FitBuddy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4241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User enters details such as goal, age, fitness level, time, and preferences.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Gemini model processes the information using a suitable prompt.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AI generates a personalized workout and fitness plan.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The plan is displayed in a clear, user-friendly format.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Users can refine the plan by changing their requirements.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83741"/>
                </a:solidFill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4241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Frontend: Web or mobile user interface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AI: Google Gemini models / Gemini API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Backend: Application server and API integration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Data: User preferences and generated plans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Core concepts: Generative AI, prompt engineering, personalization, and structured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5. Benefits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83741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4241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Benefits: personalized plans, quick generation, simple interaction, and flexible routines.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Future scope: nutrition suggestions, progress tracking, reminders, wearable-device integration, and multilingual support.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FitBuddy demonstrates how Gemini-based Generative AI can support personalized fitness planning.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